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5C518"/>
                </a:solidFill>
                <a:latin typeface="Inter"/>
              </a:defRPr>
            </a:pPr>
            <a:r>
              <a:t>MOVIEZ CATALOG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  <a:latin typeface="Inter"/>
              </a:defRPr>
            </a:pPr>
            <a:r>
              <a:t>Plataforma Web Desacoplada | Trabalho Prático 2</a:t>
            </a:r>
          </a:p>
          <a:p>
            <a:pPr>
              <a:spcBef>
                <a:spcPts val="3000"/>
              </a:spcBef>
              <a:defRPr sz="1400">
                <a:solidFill>
                  <a:srgbClr val="A0A0B4"/>
                </a:solidFill>
                <a:latin typeface="Inter"/>
              </a:defRPr>
            </a:pPr>
            <a:r>
              <a:t>Unidade Curricular: Tecnologias e Programação Web (TPW)</a:t>
            </a:r>
            <a:br/>
            <a:r>
              <a:t>Engenharia Informática, Universidade de Aveiro</a:t>
            </a:r>
            <a:br/>
            <a:r>
              <a:t>Ano Letivo: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C518"/>
                </a:solidFill>
                <a:latin typeface="Inter"/>
              </a:defRPr>
            </a:pPr>
            <a:r>
              <a:t>1. Introdução e Arquitetura do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Evolução da Plataforma Clássica (TP1) para N-Tier Desacoplada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Separação completa de responsabilidades entre o cliente e o servidor.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Comunicação exclusiva via protocolo HTTP trocando dados em formato JSON.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Tecnologias Utilizadas no Ecossistema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Back-end: Django REST Framework (DRF) atuando como API pura.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Front-end SPA: Angular (v21+) para uma interface rápida e reativa.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Vantagens e Desempenho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Independência total de código, modularidade e excelente fluidez de navegação.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C518"/>
                </a:solidFill>
                <a:latin typeface="Inter"/>
              </a:defRPr>
            </a:pPr>
            <a:r>
              <a:t>2. Back-end: Robustez e RESTful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Modelos de Dados Otimizados (SQLite3)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Filmes, Atores, Realizadores, Géneros e Críticas/Avaliações.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Listas personalizadas através de relacionamentos N-para-N (Favoritos e Guardados).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Camada de Serialização Avançada (serializers.py)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Nested Serializers de Leitura: Detalhes aninhados de elenco, equipa e avaliações.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Serializers de Escrita: IDs simples e eficientes para gravação rápida.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Endpoints da API REST (/ws/)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CRUD completo para todas as entidades principais e controlo transacional de críticas.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C518"/>
                </a:solidFill>
                <a:latin typeface="Inter"/>
              </a:defRPr>
            </a:pPr>
            <a:r>
              <a:t>3. Front-end: SPA Moderna e Reativa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Desenvolvimento Modular em Angular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Utilização de Standalone Components e injeção de dependências nativa.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Comunicação assíncrona robusta com a API via serviços dedicados.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Grelha de Filmes e Posters Dinâmicos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Cards modernos estilizados com Bootstrap flexível (mesma altura).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Alternador de Visualização Premium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Modo Grelha Clássica ou Modo Carrossel Nático com efeito blur de fundo.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Carregamento Otimizado por Scroll Infinito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Monitorização de scroll no browser para carregar filmes de 6 em 6 (HostListener).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C518"/>
                </a:solidFill>
                <a:latin typeface="Inter"/>
              </a:defRPr>
            </a:pPr>
            <a:r>
              <a:t>4. Segurança, Autenticação e Perfis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Autenticação Segura Baseada em Token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DRF TokenAuthentication integrado de forma nativa no login e registo.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Persistência no localStorage e anexo automático a pedidos protegidos.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Distinção Robusta de Perfis de Utilizador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Superutilizador (Admin): Acesso ao dashboard de estatísticas e gestão total.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Moderador (Membro de 'coment'): Permissão nativa para apagar críticas impróprias.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Utilizador Comum: Submete notas e comentários, e gere listas personalizadas.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Visitante Anónimo: Apenas leitura segura do catálogo de filmes.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C518"/>
                </a:solidFill>
                <a:latin typeface="Inter"/>
              </a:defRPr>
            </a:pPr>
            <a:r>
              <a:t>5. Integração com a API Externa do TMDB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Fator de Valorização e Exploração de APIs de Terceiros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Conexão em tempo real do Django REST à API pública do The Movie Database.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Importação Automática sob Demanda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O administrador pode descarregar 10 novos filmes de sucesso com um único clique.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Normalização de Dados Local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Descarrega posters em alta qualidade, sinopses e detalhes técnicos da API.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Cria de forma dinâmica Atores, Realizador e Géneros locais evitando registos duplicados.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C518"/>
                </a:solidFill>
                <a:latin typeface="Inter"/>
              </a:defRPr>
            </a:pPr>
            <a:r>
              <a:t>6. Design Visual e Interface 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Tema Dinâmico Escuro / Claro (Dark/Light Mode)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Transição perfeita de contrastes para a navbar superior, cards e tabelas.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Estado de tema persistido com segurança no browser do utilizador.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Efeito Glassmorphism de Alta Qualidade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Efeito de vidro fosco (blur) e elevação suave 3D nos cards no hover.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Classificação Interativa por Estrelas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Sistema visual de estrelas douradas clicáveis para atribuir notas nos detalhes.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Tipografia de Alto Nível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Fonte premium 'Inter' importada do Google Fonts em todo o projeto.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C518"/>
                </a:solidFill>
                <a:latin typeface="Inter"/>
              </a:defRPr>
            </a:pPr>
            <a:r>
              <a:t>7.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Conformidade Absoluta com o Guião do TP2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Todos os requisitos obrigatórios e sugestões de exploração cumpridos na totalidade.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Arquitetura de Produção Orientada a Serviços Moderna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Base de código modular, rápida, segura e perfeitamente organizada.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Pronto para Entrega e Demonstração Imediata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Base de dados SQLite pré-populada com 50 filmes de grande sucesso.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5 contas de teste configuradas com perfis e permissões prontas a usar.</a:t>
            </a:r>
          </a:p>
          <a:p>
            <a:pPr lvl="1">
              <a:spcAft>
                <a:spcPts val="800"/>
              </a:spcAft>
              <a:defRPr sz="1700">
                <a:solidFill>
                  <a:srgbClr val="D2D2E1"/>
                </a:solidFill>
                <a:latin typeface="Inter"/>
              </a:defRPr>
            </a:pPr>
            <a:r>
              <a:t>Relatório técnico RELATORIO.md completo incluído na raiz.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